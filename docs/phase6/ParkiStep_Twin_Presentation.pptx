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ParkiStep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99F6E4"/>
                </a:solidFill>
                <a:latin typeface="Calibri"/>
              </a:rPr>
              <a:t>A patient-specific digital twin for forecasting freezing-of-gait episodes in Parkinson's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D1D5DB"/>
                </a:solidFill>
                <a:latin typeface="Calibri"/>
              </a:rPr>
              <a:t>Research prototype - not a medical device</a:t>
            </a:r>
          </a:p>
          <a:p>
            <a:pPr algn="l"/>
            <a:r>
              <a:rPr sz="1600" b="0">
                <a:solidFill>
                  <a:srgbClr val="D1D5DB"/>
                </a:solidFill>
                <a:latin typeface="Calibri"/>
              </a:rPr>
              <a:t>Team: [PENDING - to be supplied]   |   [PENDING - to be supplied]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The healthcare problem: freezing of gait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Freezing of gait (FoG): a sudden, brief inability to step forward in Parkinson's disease - a common cause of falls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Episodes are short, irregular and vary strongly between people and tasks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Detecting a freeze that has already started is easier than forecasting its onset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An advance warning could, in principle, give a person or a cueing system time to react - whether it helps is not shown here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ParkiStep asks a narrower, testable question: how much onset information is in a short window of wearable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Proposed solution: a continuously updating patient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Historical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Clinical record per participant
(age, disease duration, Hoehn &amp; Yahr, UPDRS-III, FoG-Q, MoCA, FES-I, PDQ-8; missing stays missing)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Dynamic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Wearable accelerometer + gyroscope observations replayed one sample at a time with a rolling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7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Forecast +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79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Trained model scores the next-H-seconds onset risk; a configurable warning policy turns scores into warnings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4047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Inspectable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97679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State, predictions and warnings are kept and shown in a dashboard, then compared with the annotations afterwards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Why a digital twin? Combining slow context with fast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The sensor window describes the last 2 seconds of movement; the clinical record describes the person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A twin keeps both in one patient-specific state and updates it as data arrive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Experiment: does adding the clinical record improve forecasts?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6B7280"/>
                </a:solidFill>
                <a:latin typeface="Calibri"/>
              </a:rPr>
              <a:t>-  Answer so far: the paired participant bootstrap cannot distinguish clinical+sensor from sensor-only (every model and horizon)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6B7280"/>
                </a:solidFill>
                <a:latin typeface="Calibri"/>
              </a:rPr>
              <a:t>-  Only 22 clinical profiles exist to learn from - a null result is expected, and not evidence that clinical data are useless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The twin architecture is therefore demonstrated; a benefit from fusion is not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Data sources: FoG-STAR (CC BY 4.0)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Stream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contains (from the dataset audit)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Wearable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329,027 samples at 60 Hz; 24 channels = 4 body positions (ankleL, ankleR, back, wrist) x accelerometer + gyroscope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Recordings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106 recordings from 22 participants; structured laboratory tasks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Annotations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101 FoG episodes from video (10 fps) in 16 participants; 9 run to the end of a recording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Clinical record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 fields per participant; 4 fields have missing values and 2 have out-of-documented-range values (kept, flagged)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Audit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PASS_WITH_WARNINGS - every warning re-derived independently from the raw files (Phase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Source: Borzì, L. et al. (2026) Sci Data 13, 305, doi:10.1038/s41597-026-06645-1 - zenodo.org/records/17838806. The dataset is not redistributed in the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Architecture (as implemented)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architectur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035104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Calibri"/>
              </a:rPr>
              <a:t>blue: live sensor data (past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5897880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6A34A"/>
                </a:solidFill>
                <a:latin typeface="Calibri"/>
              </a:rPr>
              <a:t>green: clinical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897880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EA580C"/>
                </a:solidFill>
                <a:latin typeface="Calibri"/>
              </a:rPr>
              <a:t>orange: model artifacts /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5897880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Calibri"/>
              </a:rPr>
              <a:t>red dashed: training-only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5897880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7C3AED"/>
                </a:solidFill>
                <a:latin typeface="Calibri"/>
              </a:rPr>
              <a:t>purple dashed: retrospective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Simplified from the complete diagram (docs/phase6/architecture.pdf, vector). Future labels never enter live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AI/ML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Target: does an annotated FoG episode START within the next H seconds? (H = 1, 3, 5 s evaluated)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Input: only the trailing 2.0 s of sensor data, anchored every 0.2 s - never the future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Windows that contain or follow an ongoing episode are excluded; futures not fully observed are censored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Features: 516 sensor statistics (time-domain, frequency bands, cross-sensor); clinical fields added for the fusion experiment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Models: logistic regression, random forest, and two dummy baselines (prior, random)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Eligible windows: 18,877 at 3 s, of which 7.2% are positive - a heavily imbalanced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Data fusion: clinical + sensor vs sensor only (3 s horizon)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645920"/>
                <a:gridCol w="3200400"/>
                <a:gridCol w="237744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Avg. precision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 sensitivity [95% CI]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 alerts / h [95% CI]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sensor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0.09 [0.00, 0.23] (7/75)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31.1 [5.1, 73.8]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logistic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clinical + sensor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0.03 [0.00, 0.07] (2/75)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10.0 [1.8, 24.0]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sensor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0.21 [0.04, 0.35] (16/75)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74.3 [24.2, 123.9]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clinical + sensor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0.147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0.11 [0.01, 0.24] (8/75)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58.8 [8.4, 123.0]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Prevalence (chance level for average precision) at 3 s: 0.062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Paired participant bootstrap (Phase 2 report, section 4): no distinguishable difference for any model or horizon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The digital-twin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State + rolling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Per-patient state with a bounded buffer; observations are validated (timestamps, duplicates, order, missing channels) before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Model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Loads an artifact only after SHA-256, schema, horizon and threshold checks; never substitutes another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7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Warning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79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Threshold, persistence and merge rules; explicit READY / STALE / unavailable states - a missing forecast is never shown as zero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4047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Calibri"/>
              </a:rPr>
              <a:t>History +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97679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Predictions, warnings and events kept in memory; optional SQLite store with rollback on failure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Dashboard (1/2): Overview and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ma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86400" cy="4166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69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Calibri"/>
              </a:rPr>
              <a:t>Overview: patient, twin state, forecast, warning, data quality</a:t>
            </a:r>
          </a:p>
        </p:txBody>
      </p:sp>
      <p:pic>
        <p:nvPicPr>
          <p:cNvPr id="8" name="Picture 7" descr="main_early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486400" cy="41668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669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Calibri"/>
              </a:rPr>
              <a:t>Early Warning: forecast history, threshold and warning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Real screenshots from scripts/p6_visual_review.py: Patient 2, recording p2-s1-t4, replay stopped after a few seconds (state after Stop). Seven pages in total.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Dashboard (2/2): Movement Monitor and Replay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main_movement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86400" cy="4166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69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Calibri"/>
              </a:rPr>
              <a:t>Movement Monitor: observed channels with warning periods</a:t>
            </a:r>
          </a:p>
        </p:txBody>
      </p:sp>
      <p:pic>
        <p:nvPicPr>
          <p:cNvPr id="8" name="Picture 7" descr="main_replay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486400" cy="41668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669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Calibri"/>
              </a:rPr>
              <a:t>Replay Analysis: replay controls and retrospective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Real screenshots from scripts/p6_visual_review.py: Patient 2, recording p2-s1-t4, replay stopped after a few seconds (state after Stop). Seven pages in total.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Demonstration workflow: replaying a real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1. Launch:  streamlit run app/Home.py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2. Replay Analysis: choose patient, one of that patient's recordings, model and speed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3. Start: the recording is fed to the twin sample by sample - annotations withheld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4. Watch signals, scores and warnings update; Pause / Resume / Stop at any time, other pages follow live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5. When the replay ends the annotations appear: detections, false warnings, lead times - labelled in-sample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Evaluation methodology and leakage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Participant-grouped 5-fold cross-validation: no person is in both training and test folds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Operating threshold chosen only on the training participants (false-alert budget 30 / hour)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Events matched strictly: a warning counts only if it fires BEFORE the annotated onset and within the horizon; alerts after onset never count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Annotations are withheld from the live twin and used only for labels (offline) and for scoring after a replay ends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Uncertainty: 300 participant bootstrap resamples, 95% percentile intervals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Saved final models were fitted on all participants -&gt; dashboard replays are in-sample demonstrations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Results: out-of-sample, participant-grouped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669280" cy="3720465"/>
          </a:xfrm>
          <a:prstGeom prst="rect">
            <a:avLst/>
          </a:prstGeom>
        </p:spPr>
      </p:pic>
      <p:pic>
        <p:nvPicPr>
          <p:cNvPr id="7" name="Picture 6" descr="false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669280" cy="3720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Default dashboard model (sensor-only random forest, 3 s): sensitivity 0.21 (16/75; CI 0.04-0.35), 74.3 false alerts/h (CI 24.2-123.9), median lead 1.65 s, ROC-AUC 0.704. Error bars: 95% participant-bootstrap intervals.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Failure cases and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Event sensitivity is low (at most 0.21) and the intervals are wide - the model finds few onsets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Where it alerts, it alerts often: 74 false alerts/h for the default model - far above the 30/h budget used for threshold selection, so the threshold did not transfer to new participants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Average precision is above chance but modest; probability scores are uncalibrated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Clinical fusion showed no measurable gain with 22 profiles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Some recordings give no forecast at all (sensor-quality gate); the UI says why instead of showing a score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Lesson: 22 people and ~1 hour of scored time cannot support a clinical claim; the value of the project is the transparent pipeline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Reliability and verification (Phase 6 re-verification)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 (generated report in reports/phase6/)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Full regression, real data + real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331 tests: 331 passed, 0 failed, 0 skipped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Model artifacts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24/24 pass SHA-256 + schema + real inference (tamper control detected)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Replay metrics, recomputed independently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 discrepancies vs saved analysis (13 metrics)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Browser failure paths (real Chromium)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7/7 scenarios, 68 checks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Multi-patient browser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 patients, 6 recordings, 47/47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Soak test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94 cycles in 244 s; memory slope 0.32 MB/cycle - short run, not proof of no leak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Viewport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42/42 page-viewport automated checks; a sample of 7 screenshots reviewed by hand (listed in PHASE5_FINAL_VERIFICATION.md)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Privacy, licensing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Only a published, permitted open dataset (CC BY 4.0) is used; it is not redistributed in the repository and no secrets are committed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Replays are playback of recorded data - no live patient is monitored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Source code: MIT (copyright holder to be confirmed by the owner); dataset and libraries keep their own licences (THIRD_PARTY_NOTICES.md)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Trained models derive from the dataset: their redistribution terms must be confirmed before publication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Outputs are research scores - not diagnoses, not validated warnings, not for treatment or safety-critical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Future work (not implemented)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More participants and free-living recordings to test generalisation beyond laboratory tasks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Probability calibration and thresholds evaluated per participant, to bring false alerts under control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Personalisation: patient-specific baselines inside the twin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Prospective clinical evaluation with clinician input before any claim about outcomes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•  Live wearable ingestion (the engine already consumes observations one at a time)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Demonstrated: an end-to-end, reproducible, inspectable pipeline - data audit, leakage-safe forecasting, a checksum-gated digital twin, and a dashboard that shows failures honestly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Not demonstrated: clinically useful forecasting - sensitivity is low, false alerts are frequent, and fusion adds nothing measurable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•  The honest outcome is a transparent research baseline others can reproduce and improve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Repository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Research prototype - not a medical device. Outputs are experimental model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Public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[PENDING - available after publication]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Demonstration video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[PENDING - not yet recorded]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[PENDING - to be supplied]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[PENDING - to be supplied]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FoG-STAR, zenodo.org/records/17838806 (CC BY 4.0)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Citation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Borzì, L. et al. (2026) Sci Data 13, 305, doi:10.1038/s41597-026-06645-1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